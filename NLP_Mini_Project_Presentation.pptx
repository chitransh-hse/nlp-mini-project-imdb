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LR (Uni)</c:v>
                </c:pt>
                <c:pt idx="1">
                  <c:v>LR (Bi)</c:v>
                </c:pt>
                <c:pt idx="2">
                  <c:v>Neural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0.88168</c:v>
                </c:pt>
                <c:pt idx="1">
                  <c:v>0.88552</c:v>
                </c:pt>
                <c:pt idx="2">
                  <c:v>0.79444</c:v>
                </c:pt>
              </c:numCache>
            </c:numRef>
          </c:val>
        </c:ser>
        <c:dLbls>
          <c:numFmt formatCode="0.0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2"/>
          <c:min val="0.7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0.05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1737360" cy="1737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109728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530352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Classical NLP Pipeline</a:t>
            </a:r>
            <a:br/>
            <a:r>
              <a:t>for Sentiment Classification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Premium Research Presentation | IMDb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Shahab Azmi  |  Chitransh Kumar Gupta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HSE University</a:t>
            </a:r>
          </a:p>
          <a:p>
            <a:pPr>
              <a:defRPr sz="1500" b="0">
                <a:solidFill>
                  <a:srgbClr val="D2DCF0"/>
                </a:solidFill>
              </a:defRPr>
            </a:pPr>
            <a:r>
              <a:t>A comparative study of TF-IDF, Logistic Regression and Neural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600200"/>
            <a:ext cx="29260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Research Focus</a:t>
            </a:r>
          </a:p>
          <a:p>
            <a:pPr>
              <a:defRPr sz="1500" b="0">
                <a:solidFill>
                  <a:srgbClr val="1E293B"/>
                </a:solidFill>
              </a:defRPr>
            </a:pPr>
            <a:r>
              <a:t>• End-to-end NLP pipeline</a:t>
            </a:r>
            <a:br/>
            <a:r>
              <a:t>• Sparse text representation</a:t>
            </a:r>
            <a:br/>
            <a:r>
              <a:t>• Classical vs neural modeling</a:t>
            </a:r>
            <a:br/>
            <a:r>
              <a:t>• Practical performance analysis</a:t>
            </a:r>
          </a:p>
          <a:p>
            <a:pPr>
              <a:defRPr sz="600" b="0">
                <a:solidFill>
                  <a:srgbClr val="1E293B"/>
                </a:solidFill>
              </a:defRPr>
            </a:pPr>
          </a:p>
          <a:p>
            <a:pPr>
              <a:defRPr sz="1800" b="1">
                <a:solidFill>
                  <a:srgbClr val="0D9488"/>
                </a:solidFill>
              </a:defRPr>
            </a:pPr>
            <a:r>
              <a:t>Core Message</a:t>
            </a:r>
          </a:p>
          <a:p>
            <a:pPr>
              <a:defRPr sz="1500" b="0">
                <a:solidFill>
                  <a:srgbClr val="1E293B"/>
                </a:solidFill>
              </a:defRPr>
            </a:pPr>
            <a:r>
              <a:t>Good feature representation can outperform higher model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Mini Project | NLP Sentiment Analysis on IMDb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6576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8988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Research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Movie reviews contain rich opinion signals, but text must be transformed before machines can classify sentiment.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This project investigates whether classical NLP can still compete strongly in a practical sentiment task.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80160"/>
            <a:ext cx="30175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3898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6974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IMDb review dataset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50,000 labeled reviews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Balanced binary classes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Train / Test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280160"/>
            <a:ext cx="3840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138988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1783080"/>
            <a:ext cx="35204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Build a clean NLP pipeline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Compare unigram vs bigram TF-IDF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Evaluate Logistic Regression and Neural Network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Interpret what actually drives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Mini Project | NLP Sentiment Analysis on IMDb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Methodology &amp; Workflow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8288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1682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Raw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737360"/>
            <a:ext cx="18288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16352" y="2057400"/>
            <a:ext cx="1682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737360"/>
            <a:ext cx="18288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2" y="2057400"/>
            <a:ext cx="1682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TF-IDF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737360"/>
            <a:ext cx="18288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57400"/>
            <a:ext cx="1682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18288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2057400"/>
            <a:ext cx="1682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194560"/>
            <a:ext cx="182880" cy="0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194560"/>
            <a:ext cx="182880" cy="0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2194560"/>
            <a:ext cx="274320" cy="0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0" y="2194560"/>
            <a:ext cx="274320" cy="0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324612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3558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Preprocessing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Lowercase conversion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Removal of HTML tags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Removal of non-alphabetic symbols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Whitespace normalization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46120"/>
            <a:ext cx="32918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3558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Feature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4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TF-IDF (Unigram)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TF-IDF (Bigram)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Captures term importance and short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24612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33558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Models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74904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Logistic Regression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Feedforward Neural Network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Compared under the same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Mini Project | NLP Sentiment Analysis on IMDb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Model Design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898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A strong linear baseline for sparse high-dimensional features.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Trained with max_iter = 1000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Evaluated on both unigram and bigram TF-IDF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8016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13898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Neural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Input → Hidden Layer (128) → ReLU → Output (2 classes)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Optimizer: Adam | Loss: CrossEntropy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Trained for 5 epochs on unigram TF-IDF 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440680"/>
            <a:ext cx="9875520" cy="594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5532120"/>
            <a:ext cx="86868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556869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Input</a:t>
            </a:r>
            <a:br/>
            <a:r>
              <a:t>5000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5532120"/>
            <a:ext cx="86868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556869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Hidden</a:t>
            </a:r>
            <a:br/>
            <a:r>
              <a:t>128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5532120"/>
            <a:ext cx="86868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556869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Output</a:t>
            </a:r>
            <a:br/>
            <a: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5687568"/>
            <a:ext cx="9601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55080" y="5687568"/>
            <a:ext cx="10515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Mini Project | NLP Sentiment Analysis on IMDb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Results, Graph &amp; Error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325880"/>
          <a:ext cx="52120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confusion_matrix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5880"/>
            <a:ext cx="292608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0" y="1325880"/>
            <a:ext cx="24688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08592" y="14356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Best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828800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Logistic Regression + Bigram TF-IDF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Accuracy: 88.55%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Most balanced prediction across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10881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00176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Key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Bigram features improved contextual understanding, while Logistic Regression remained more compatible with sparse TF-IDF vectors than the neural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Mini Project | NLP Sentiment Analysis on IMDb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356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TF-IDF with Logistic Regression delivered the strongest overall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Bigram representation gave a measurable gain over unigram.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This study shows that better representation can matter more than higher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4356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Improve preprocessing using lemmatization and negation handling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Tune the neural network more deeply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Compare with dense embeddings and transformer-based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Final Insight: In practical NLP, the right pipeline often beats unnecessary complexity.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